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A90E2"/>
                </a:solidFill>
              </a:defRPr>
            </a:pPr>
            <a:r>
              <a:t>Intelligent Support &amp; Incident Co-Pilot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Collaborative Agentic AI for Intelligent Support &amp;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[Your Team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Prompt Pirates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Problem Background</a:t>
            </a:r>
          </a:p>
          <a:p/>
          <a:p>
            <a:r>
              <a:t>### Current Challenges in Modern Software Organizations</a:t>
            </a:r>
          </a:p>
          <a:p/>
          <a:p>
            <a:r>
              <a:t>- **Support Volume Overload**</a:t>
            </a:r>
          </a:p>
          <a:p>
            <a:r>
              <a:t>  - Thousands of tickets daily across multiple domains</a:t>
            </a:r>
          </a:p>
          <a:p>
            <a:r>
              <a:t>  - Payment, Checkout, Auth, Redis, Kafka, Database, Notifications</a:t>
            </a:r>
          </a:p>
          <a:p>
            <a:r>
              <a:t>  - Response time SLAs under constant pressure</a:t>
            </a:r>
          </a:p>
          <a:p/>
          <a:p>
            <a:r>
              <a:t>- **Knowledge Fragmentation**</a:t>
            </a:r>
          </a:p>
          <a:p>
            <a:r>
              <a:t>  - Runbooks scattered across PDFs, Word docs, text files</a:t>
            </a:r>
          </a:p>
          <a:p>
            <a:r>
              <a:t>  - Incident reports buried in historical data</a:t>
            </a:r>
          </a:p>
          <a:p>
            <a:r>
              <a:t>  - No unified access to operational knowledge</a:t>
            </a:r>
          </a:p>
          <a:p/>
          <a:p>
            <a:r>
              <a:t>- **Context Loss**</a:t>
            </a:r>
          </a:p>
          <a:p>
            <a:r>
              <a:t>  - Support agents lack historical context</a:t>
            </a:r>
          </a:p>
          <a:p>
            <a:r>
              <a:t>  - Similar incidents handled repeatedly from scratch</a:t>
            </a:r>
          </a:p>
          <a:p>
            <a:r>
              <a:t>  - No correlation between past and present issues</a:t>
            </a:r>
          </a:p>
          <a:p/>
          <a:p>
            <a:r>
              <a:t>### Why Traditional Automation &amp; Chatbots Fail</a:t>
            </a:r>
          </a:p>
          <a:p/>
          <a:p>
            <a:r>
              <a:t>- **Single-agent limitations:** Cannot handle complex, multi-step reasoning</a:t>
            </a:r>
          </a:p>
          <a:p>
            <a:r>
              <a:t>- **No memory:** Each interaction starts from zero</a:t>
            </a:r>
          </a:p>
          <a:p>
            <a:r>
              <a:t>- **Rigid workflows:** Cannot adapt to novel scenarios</a:t>
            </a:r>
          </a:p>
          <a:p>
            <a:r>
              <a:t>- **No safety:** Lack guardrails for harmful content or low-confidence responses</a:t>
            </a:r>
          </a:p>
          <a:p>
            <a:r>
              <a:t>- **Black-box decisions:** No explainability for support teams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Why Traditional Automation &amp; Chatbots Fail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Support Volume Overload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Thousands of tickets daily across multiple domains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Payment, Checkout, Auth, Redis, Kafka, Database, Notifications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Response time SLAs under constant pressure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Knowledge Fragmentation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Runbooks scattered across PDFs, Word docs, text files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Incident reports buried in historical data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unified access to operational knowledge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Context Loss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Support agents lack historical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Similar incidents handled repeatedly from scratch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correlation between past and present issues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Single-agent limitations: Cannot handle complex, multi-step reasoning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memory: Each interaction starts from zero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Rigid workflows: Cannot adapt to novel scenarios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safety: Lack guardrails for harmful content or low-confidence responses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Black-box decisions: No explainability for support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Core Challenge</a:t>
            </a:r>
          </a:p>
          <a:p/>
          <a:p>
            <a:r>
              <a:t>### What Needs to Be Built</a:t>
            </a:r>
          </a:p>
          <a:p/>
          <a:p>
            <a:r>
              <a:t>A **collaborative multi-agent system** that:</a:t>
            </a:r>
          </a:p>
          <a:p/>
          <a:p>
            <a:r>
              <a:t>1. **Ingests** support tickets and chat messages</a:t>
            </a:r>
          </a:p>
          <a:p>
            <a:r>
              <a:t>2. **Understands** intent and classifies risk</a:t>
            </a:r>
          </a:p>
          <a:p>
            <a:r>
              <a:t>3. **Retrieves** relevant knowledge from documentation</a:t>
            </a:r>
          </a:p>
          <a:p>
            <a:r>
              <a:t>4. **Correlates** with historical incidents and patterns</a:t>
            </a:r>
          </a:p>
          <a:p>
            <a:r>
              <a:t>5. **Recommends** actionable solutions</a:t>
            </a:r>
          </a:p>
          <a:p>
            <a:r>
              <a:t>6. **Escalates** safely when confidence is low or content is unsafe</a:t>
            </a:r>
          </a:p>
          <a:p/>
          <a:p>
            <a:r>
              <a:t>### Why a Multi-Agent, Collaborative System is Required</a:t>
            </a:r>
          </a:p>
          <a:p/>
          <a:p>
            <a:r>
              <a:t>- **Specialization:** Each agent excels at one task (intent, retrieval, reasoning)</a:t>
            </a:r>
          </a:p>
          <a:p>
            <a:r>
              <a:t>- **Parallel execution:** Intent, retrieval, and memory can run simultaneously</a:t>
            </a:r>
          </a:p>
          <a:p>
            <a:r>
              <a:t>- **Collaborative reasoning:** Agents share state and build on each other's outputs</a:t>
            </a:r>
          </a:p>
          <a:p>
            <a:r>
              <a:t>- **Safety by design:** Guardrails at input and output stages</a:t>
            </a:r>
          </a:p>
          <a:p>
            <a:r>
              <a:t>- **Explainability:** Each agent's decision is transparent and traceable</a:t>
            </a:r>
          </a:p>
          <a:p/>
          <a:p>
            <a:r>
              <a:t>**Single-agent systems cannot achieve this level of sophistication.**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**Single-agent systems cannot achieve this level of sophistication.**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**Ingests** support tickets and chat messages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**Understands** intent and classifies risk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**Retrieves** relevant knowledge from documentation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**Correlates** with historical incidents and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**Recommends** actionable solutions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**Escalates** safely when confidence is low or content is unsafe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Specialization: Each agent excels at one task (intent, retrieval, reasoning)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Parallel execution: Intent, retrieval, and memory can run simultaneously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Collaborative reasoning: Agents share state and build on each other's outputs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Safety by design: Guardrails at input and output stages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Explainability: Each agent's decision is transparent and traceable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Proposed Solution Overview</a:t>
            </a:r>
          </a:p>
          <a:p/>
          <a:p>
            <a:r>
              <a:t>### High-Level Description</a:t>
            </a:r>
          </a:p>
          <a:p/>
          <a:p>
            <a:r>
              <a:t>**Intelligent Support &amp; Incident Co-Pilot** is a **LangGraph-based collaborative agent system** that behaves like a small support team:</a:t>
            </a:r>
          </a:p>
          <a:p/>
          <a:p>
            <a:r>
              <a:t>- **Ingestion Agent:** Normalizes input, runs initial safety checks</a:t>
            </a:r>
          </a:p>
          <a:p>
            <a:r>
              <a:t>- **Planner/Orchestrator:** Determines which agents to invoke</a:t>
            </a:r>
          </a:p>
          <a:p>
            <a:r>
              <a:t>- **Intent Agent:** Classifies user intent and risk level</a:t>
            </a:r>
          </a:p>
          <a:p>
            <a:r>
              <a:t>- **Knowledge Retrieval Agent:** Retrieves relevant documentation (RAG)</a:t>
            </a:r>
          </a:p>
          <a:p>
            <a:r>
              <a:t>- **Memory Agent:** Accesses working, episodic, and semantic memory</a:t>
            </a:r>
          </a:p>
          <a:p>
            <a:r>
              <a:t>- **Reasoning Agent:** Correlates patterns, identifies root causes</a:t>
            </a:r>
          </a:p>
          <a:p>
            <a:r>
              <a:t>- **Response Synthesis Agent:** Generates coherent, actionable responses</a:t>
            </a:r>
          </a:p>
          <a:p>
            <a:r>
              <a:t>- **Guardrails Agent:** Ensures safety and confidence thresholds</a:t>
            </a:r>
          </a:p>
          <a:p/>
          <a:p>
            <a:r>
              <a:t>### How It Behaves Like a Small Support Team</a:t>
            </a:r>
          </a:p>
          <a:p/>
          <a:p>
            <a:r>
              <a:t>1. **Triage** (Ingestion + Guardrails): Assess incoming request</a:t>
            </a:r>
          </a:p>
          <a:p>
            <a:r>
              <a:t>2. **Research** (Intent + Retrieval + Memory): Gather context in parallel</a:t>
            </a:r>
          </a:p>
          <a:p>
            <a:r>
              <a:t>3. **Analysis** (Reasoning): Connect dots, identify patterns</a:t>
            </a:r>
          </a:p>
          <a:p>
            <a:r>
              <a:t>4. **Response** (Synthesis): Craft solution with evidence</a:t>
            </a:r>
          </a:p>
          <a:p>
            <a:r>
              <a:t>5. **Review** (Guardrails): Final safety check before delivery</a:t>
            </a:r>
          </a:p>
          <a:p/>
          <a:p>
            <a:r>
              <a:t>**All agents share state and collaborate through a unified graph.**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**All agents share state and collaborate through a unified graph.**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Ingestion Agent: Normalizes input, runs initial safety checks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Planner/Orchestrator: Determines which agents to invoke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 Agent: Classifies user intent and risk level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Knowledge Retrieval Agent: Retrieves relevant documentation (RAG)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 Agent: Accesses working, episodic, and semantic memory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Reasoning Agent: Correlates patterns, identifies root causes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Response Synthesis Agent: Generates coherent, actionable responses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Guardrails Agent: Ensures safety and confidence thresholds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**Triage** (Ingestion + Guardrails): Assess incoming request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**Research** (Intent + Retrieval + Memory): Gather context in parallel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**Analysis** (Reasoning): Connect dots, identify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**Response** (Synthesis): Craft solution with evidence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**Review** (Guardrails): Final safety check before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Primary Use Case</a:t>
            </a:r>
          </a:p>
          <a:p/>
          <a:p>
            <a:r>
              <a:t>### Intelligent Support &amp; Incident Co-Pilot</a:t>
            </a:r>
          </a:p>
          <a:p/>
          <a:p>
            <a:r>
              <a:t>**Scenario:** Support engineer receives ticket: *"Payment gateway timeout in production"*</a:t>
            </a:r>
          </a:p>
          <a:p/>
          <a:p>
            <a:r>
              <a:t>**System Behavior:**</a:t>
            </a:r>
          </a:p>
          <a:p/>
          <a:p>
            <a:r>
              <a:t>1. **Ingestion:** Normalizes query, checks for harmful content</a:t>
            </a:r>
          </a:p>
          <a:p>
            <a:r>
              <a:t>2. **Planner:** Determines this requires RAG + Memory + Reasoning</a:t>
            </a:r>
          </a:p>
          <a:p>
            <a:r>
              <a:t>3. **Parallel Execution:**</a:t>
            </a:r>
          </a:p>
          <a:p>
            <a:r>
              <a:t>   - **Intent:** Classifies as "incident resolution" (high priority)</a:t>
            </a:r>
          </a:p>
          <a:p>
            <a:r>
              <a:t>   - **Retrieval:** Finds payment runbook, error codes, architecture docs</a:t>
            </a:r>
          </a:p>
          <a:p>
            <a:r>
              <a:t>   - **Memory:** Retrieves similar past incidents from episodic memory</a:t>
            </a:r>
          </a:p>
          <a:p>
            <a:r>
              <a:t>4. **Reasoning:** Correlates current issue with historical patterns</a:t>
            </a:r>
          </a:p>
          <a:p>
            <a:r>
              <a:t>5. **Synthesis:** Generates step-by-step resolution with references</a:t>
            </a:r>
          </a:p>
          <a:p>
            <a:r>
              <a:t>6. **Guardrails:** Validates response safety and confidence</a:t>
            </a:r>
          </a:p>
          <a:p>
            <a:r>
              <a:t>7. **Output:** Actionable solution with source citations</a:t>
            </a:r>
          </a:p>
          <a:p/>
          <a:p>
            <a:r>
              <a:t>### Real-World Value and Impact</a:t>
            </a:r>
          </a:p>
          <a:p/>
          <a:p>
            <a:r>
              <a:t>- **Faster resolution:** 60-80% reduction in time-to-resolution</a:t>
            </a:r>
          </a:p>
          <a:p>
            <a:r>
              <a:t>- **Consistent quality:** Every response grounded in knowledge base</a:t>
            </a:r>
          </a:p>
          <a:p>
            <a:r>
              <a:t>- **Knowledge retention:** Past incidents inform future decisions</a:t>
            </a:r>
          </a:p>
          <a:p>
            <a:r>
              <a:t>- **Safe escalation:** Low-confidence or unsafe queries escalated automatically</a:t>
            </a:r>
          </a:p>
          <a:p>
            <a:r>
              <a:t>- **Transparency:** Full explainability for support teams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Real-World Value and Impact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**Ingestion:** Normalizes query, checks for harmful content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**Planner:** Determines this requires RAG + Memory + Reasoning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**Parallel Execution:**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Intent: Classifies as "incident resolution" (high priority)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Retrieval: Finds payment runbook, error codes, architecture docs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Memory: Retrieves similar past incidents from episodic memory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**Reasoning:** Correlates current issue with historical patterns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**Synthesis:** Generates step-by-step resolution with references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**Guardrails:** Validates response safety and confidence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7. **Output:** Actionable solution with source citations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Faster resolution: 60-80% reduction in time-to-resolution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Consistent quality: Every response grounded in knowledge base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Knowledge retention: Past incidents inform future decisions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Safe escalation: Low-confidence or unsafe queries escalated automatically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Transparency: Full explainability for support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Agentic AI Capabilities</a:t>
            </a:r>
          </a:p>
          <a:p/>
          <a:p>
            <a:r>
              <a:t>### RAG (Retrieval-Augmented Generation)</a:t>
            </a:r>
          </a:p>
          <a:p/>
          <a:p>
            <a:r>
              <a:t>**Clear Separation of Concerns:**</a:t>
            </a:r>
          </a:p>
          <a:p/>
          <a:p>
            <a:r>
              <a:t>1. **Retrieval** (`tools/retrieval.py`): </a:t>
            </a:r>
          </a:p>
          <a:p>
            <a:r>
              <a:t>   - Vector search (Chroma) with top-k chunks</a:t>
            </a:r>
          </a:p>
          <a:p>
            <a:r>
              <a:t>   - Returns source references (`source_file`, `chunk_index`, `start`, `end`)</a:t>
            </a:r>
          </a:p>
          <a:p>
            <a:r>
              <a:t>   - **No generation** at this stage</a:t>
            </a:r>
          </a:p>
          <a:p/>
          <a:p>
            <a:r>
              <a:t>2. **Reasoning** (`agents/reasoning.py`):</a:t>
            </a:r>
          </a:p>
          <a:p>
            <a:r>
              <a:t>   - Consumes retrieved context + memory + intent</a:t>
            </a:r>
          </a:p>
          <a:p>
            <a:r>
              <a:t>   - Identifies patterns, root causes, correlations</a:t>
            </a:r>
          </a:p>
          <a:p>
            <a:r>
              <a:t>   - **Does not call retrieval tool**</a:t>
            </a:r>
          </a:p>
          <a:p/>
          <a:p>
            <a:r>
              <a:t>3. **Generation** (`agents/response_synthesis.py`):</a:t>
            </a:r>
          </a:p>
          <a:p>
            <a:r>
              <a:t>   - Produces final answer from reasoning output</a:t>
            </a:r>
          </a:p>
          <a:p>
            <a:r>
              <a:t>   - **Must reference retrieved context** (enforced by agent design)</a:t>
            </a:r>
          </a:p>
          <a:p>
            <a:r>
              <a:t>   - Generation only happens after retrieval when KB is used</a:t>
            </a:r>
          </a:p>
          <a:p/>
          <a:p>
            <a:r>
              <a:t>### Chunking &amp; Overlap Strategy</a:t>
            </a:r>
          </a:p>
          <a:p/>
          <a:p>
            <a:r>
              <a:t>- **Chunk size:** 800 characters (~200 tokens)</a:t>
            </a:r>
          </a:p>
          <a:p>
            <a:r>
              <a:t>  - Fits comfortably in embedding and LLM context windows</a:t>
            </a:r>
          </a:p>
          <a:p>
            <a:r>
              <a:t>  - Preserves semantic units (sections, paragraphs)</a:t>
            </a:r>
          </a:p>
          <a:p/>
          <a:p>
            <a:r>
              <a:t>- **Overlap:** 100 characters</a:t>
            </a:r>
          </a:p>
          <a:p>
            <a:r>
              <a:t>  - Ensures semantic continuity at boundaries</a:t>
            </a:r>
          </a:p>
          <a:p>
            <a:r>
              <a:t>  - Prevents mid-sentence cuts</a:t>
            </a:r>
          </a:p>
          <a:p>
            <a:r>
              <a:t>  - Balances precision and recall</a:t>
            </a:r>
          </a:p>
          <a:p/>
          <a:p>
            <a:r>
              <a:t>**Config:** `data/chunking.py` (tunable for different document types)</a:t>
            </a:r>
          </a:p>
          <a:p/>
          <a:p>
            <a:r>
              <a:t>### Context Management</a:t>
            </a:r>
          </a:p>
          <a:p/>
          <a:p>
            <a:r>
              <a:t>- **Working memory:** Session-scoped, bounded context (20+ turns)</a:t>
            </a:r>
          </a:p>
          <a:p>
            <a:r>
              <a:t>- **Pruning:** Long chats automatically summarized to prevent unbounded growth</a:t>
            </a:r>
          </a:p>
          <a:p>
            <a:r>
              <a:t>- **State sharing:** All agents access unified `CoPilotState` (TypedDict)</a:t>
            </a:r>
          </a:p>
          <a:p/>
          <a:p>
            <a:r>
              <a:t>### Memory Types &amp; Persistence</a:t>
            </a:r>
          </a:p>
          <a:p/>
          <a:p>
            <a:r>
              <a:t>**Three Memory Types (Single SQLite Store):**</a:t>
            </a:r>
          </a:p>
          <a:p/>
          <a:p>
            <a:r>
              <a:t>1. **Working Memory:**</a:t>
            </a:r>
          </a:p>
          <a:p>
            <a:r>
              <a:t>   - Per-session conversation history</a:t>
            </a:r>
          </a:p>
          <a:p>
            <a:r>
              <a:t>   - Short-lived, pruned for long threads</a:t>
            </a:r>
          </a:p>
          <a:p>
            <a:r>
              <a:t>   - Used for multi-turn context</a:t>
            </a:r>
          </a:p>
          <a:p/>
          <a:p>
            <a:r>
              <a:t>2. **Episodic Memory:**</a:t>
            </a:r>
          </a:p>
          <a:p>
            <a:r>
              <a:t>   - Past incidents, conversations, outcomes</a:t>
            </a:r>
          </a:p>
          <a:p>
            <a:r>
              <a:t>   - Persists across sessions</a:t>
            </a:r>
          </a:p>
          <a:p>
            <a:r>
              <a:t>   - Influences future decisions</a:t>
            </a:r>
          </a:p>
          <a:p/>
          <a:p>
            <a:r>
              <a:t>3. **Semantic Memory:**</a:t>
            </a:r>
          </a:p>
          <a:p>
            <a:r>
              <a:t>   - Documents, FAQs, runbooks</a:t>
            </a:r>
          </a:p>
          <a:p>
            <a:r>
              <a:t>   - Can overlap with RAG or reference KB</a:t>
            </a:r>
          </a:p>
          <a:p>
            <a:r>
              <a:t>   - Long-term knowledge retention</a:t>
            </a:r>
          </a:p>
          <a:p/>
          <a:p>
            <a:r>
              <a:t>**Persistence:** SQLite (`data/memory.db`) survives restarts</a:t>
            </a:r>
          </a:p>
          <a:p/>
          <a:p>
            <a:r>
              <a:t>### Guardrails &amp; Safety</a:t>
            </a:r>
          </a:p>
          <a:p/>
          <a:p>
            <a:r>
              <a:t>**Dual Application:**</a:t>
            </a:r>
          </a:p>
          <a:p/>
          <a:p>
            <a:r>
              <a:t>1. **Input Guardrails** (after ingestion):</a:t>
            </a:r>
          </a:p>
          <a:p>
            <a:r>
              <a:t>   - OpenAI Moderation API</a:t>
            </a:r>
          </a:p>
          <a:p>
            <a:r>
              <a:t>   - Blocks or escalates harmful content before processing</a:t>
            </a:r>
          </a:p>
          <a:p/>
          <a:p>
            <a:r>
              <a:t>2. **Output Guardrails** (before final response):</a:t>
            </a:r>
          </a:p>
          <a:p>
            <a:r>
              <a:t>   - Content safety check</a:t>
            </a:r>
          </a:p>
          <a:p>
            <a:r>
              <a:t>   - Confidence threshold validation</a:t>
            </a:r>
          </a:p>
          <a:p>
            <a:r>
              <a:t>   - Escalation policy enforcement</a:t>
            </a:r>
          </a:p>
          <a:p/>
          <a:p>
            <a:r>
              <a:t>**Config:** Environment variables (no hardcoded phrases)</a:t>
            </a:r>
          </a:p>
          <a:p/>
          <a:p>
            <a:r>
              <a:t>### Planning, Delegation, and Tool Usage</a:t>
            </a:r>
          </a:p>
          <a:p/>
          <a:p>
            <a:r>
              <a:t>- **Planner Agent:** Determines agent execution order</a:t>
            </a:r>
          </a:p>
          <a:p>
            <a:r>
              <a:t>- **Tool Invocation:** Agents call tools (retrieval, memory, policy) as needed</a:t>
            </a:r>
          </a:p>
          <a:p>
            <a:r>
              <a:t>- **Graph Orchestration:** LangGraph manages serial, parallel, and conditional flows</a:t>
            </a:r>
          </a:p>
          <a:p>
            <a:r>
              <a:t>- **Observability:** All tool calls logged and streamed to UI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**Config:** Environment variables (no hardcoded phrases)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**Retrieval** (`tools/retrieval.py`):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Vector search (Chroma) with top-k chunks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Returns source references (`source_file`, `chunk_index`, `start`, `end`)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generation at this stage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**Reasoning** (`agents/reasoning.py`):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Consumes retrieved context + memory + intent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Identifies patterns, root causes, correlations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Does not call retrieval tool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**Generation** (`agents/response_synthesis.py`):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Produces final answer from reasoning output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Must reference retrieved context (enforced by agent design)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Generation only happens after retrieval when KB is used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Chunk size: 800 characters (~200 tokens)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Fits comfortably in embedding and LLM context windows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Preserves semantic units (sections, paragraphs)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Overlap: 100 characters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Ensures semantic continuity at boundaries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Prevents mid-sentence cuts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Balances precision and recall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Context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Working memory: Session-scoped, bounded context (20+ turns)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Pruning: Long chats automatically summarized to prevent unbounded growth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State sharing: All agents access unified `CoPilotState` (TypedDict)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**Working Memory:**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Per-session conversation history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Short-lived, pruned for long threads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Used for multi-turn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**Episodic Memory:**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Past incidents, conversations, outcomes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Persists across sessions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Influences future decisions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**Semantic Memory:**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Documents, FAQs, runbooks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Can overlap with RAG or reference KB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Long-term knowledge retention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Guardrails &amp; Safety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**Input Guardrails** (after ingestion):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OpenAI Moderation API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Blocks or escalates harmful content before processing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**Output Guardrails** (before final response):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Content safety check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Confidence threshold validation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Escalation policy enforcement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Planning, Delegation, and Tool Usage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Planner Agent: Determines agent execution order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Invocation: Agents call tools (retrieval, memory, policy) as needed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Graph Orchestration: LangGraph manages serial, parallel, and conditional flows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Observability: All tool calls logged and streamed to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Agent Roles &amp; Responsibilities</a:t>
            </a:r>
          </a:p>
          <a:p/>
          <a:p>
            <a:r>
              <a:t>### 1. Ingestion Agent</a:t>
            </a:r>
          </a:p>
          <a:p>
            <a:r>
              <a:t>- **Role:** First point of contact</a:t>
            </a:r>
          </a:p>
          <a:p>
            <a:r>
              <a:t>- **Responsibilities:**</a:t>
            </a:r>
          </a:p>
          <a:p>
            <a:r>
              <a:t>  - Normalize user input (query cleaning)</a:t>
            </a:r>
          </a:p>
          <a:p>
            <a:r>
              <a:t>  - Run input guardrails (safety check)</a:t>
            </a:r>
          </a:p>
          <a:p>
            <a:r>
              <a:t>  - Early escalation for harmful content</a:t>
            </a:r>
          </a:p>
          <a:p>
            <a:r>
              <a:t>- **Output:** `normalized_query`, `input_guardrails_result`, `escalate` flag</a:t>
            </a:r>
          </a:p>
          <a:p/>
          <a:p>
            <a:r>
              <a:t>### 2. Planner / Orchestrator</a:t>
            </a:r>
          </a:p>
          <a:p>
            <a:r>
              <a:t>- **Role:** Strategic coordinator</a:t>
            </a:r>
          </a:p>
          <a:p>
            <a:r>
              <a:t>- **Responsibilities:**</a:t>
            </a:r>
          </a:p>
          <a:p>
            <a:r>
              <a:t>  - Analyze normalized query</a:t>
            </a:r>
          </a:p>
          <a:p>
            <a:r>
              <a:t>  - Determine which agents to invoke</a:t>
            </a:r>
          </a:p>
          <a:p>
            <a:r>
              <a:t>  - Set execution strategy (serial/parallel)</a:t>
            </a:r>
          </a:p>
          <a:p>
            <a:r>
              <a:t>- **Output:** Planning decision (implicit in graph flow)</a:t>
            </a:r>
          </a:p>
          <a:p/>
          <a:p>
            <a:r>
              <a:t>### 3. Intent &amp; Classification Agent</a:t>
            </a:r>
          </a:p>
          <a:p>
            <a:r>
              <a:t>- **Role:** Query understanding</a:t>
            </a:r>
          </a:p>
          <a:p>
            <a:r>
              <a:t>- **Responsibilities:**</a:t>
            </a:r>
          </a:p>
          <a:p>
            <a:r>
              <a:t>  - Classify user intent (incident, FAQ, configuration)</a:t>
            </a:r>
          </a:p>
          <a:p>
            <a:r>
              <a:t>  - Assess risk level (low/medium/high)</a:t>
            </a:r>
          </a:p>
          <a:p>
            <a:r>
              <a:t>  - Determine required capabilities (RAG, memory, escalation)</a:t>
            </a:r>
          </a:p>
          <a:p>
            <a:r>
              <a:t>- **Output:** `intent_result` (intent type, risk, confidence)</a:t>
            </a:r>
          </a:p>
          <a:p/>
          <a:p>
            <a:r>
              <a:t>### 4. Knowledge Retrieval (RAG) Agent</a:t>
            </a:r>
          </a:p>
          <a:p>
            <a:r>
              <a:t>- **Role:** Information retrieval</a:t>
            </a:r>
          </a:p>
          <a:p>
            <a:r>
              <a:t>- **Responsibilities:**</a:t>
            </a:r>
          </a:p>
          <a:p>
            <a:r>
              <a:t>  - Call retrieval tool (`tools/retrieval.py`)</a:t>
            </a:r>
          </a:p>
          <a:p>
            <a:r>
              <a:t>  - Fetch top-k relevant chunks from vector store</a:t>
            </a:r>
          </a:p>
          <a:p>
            <a:r>
              <a:t>  - Return source references for citation</a:t>
            </a:r>
          </a:p>
          <a:p>
            <a:r>
              <a:t>- **Output:** `retrieval_result` (list of chunks with metadata)</a:t>
            </a:r>
          </a:p>
          <a:p/>
          <a:p>
            <a:r>
              <a:t>### 5. Memory Agent</a:t>
            </a:r>
          </a:p>
          <a:p>
            <a:r>
              <a:t>- **Role:** Context and history access</a:t>
            </a:r>
          </a:p>
          <a:p>
            <a:r>
              <a:t>- **Responsibilities:**</a:t>
            </a:r>
          </a:p>
          <a:p>
            <a:r>
              <a:t>  - Read working memory (session-scoped)</a:t>
            </a:r>
          </a:p>
          <a:p>
            <a:r>
              <a:t>  - Retrieve episodic memory (past incidents)</a:t>
            </a:r>
          </a:p>
          <a:p>
            <a:r>
              <a:t>  - Access semantic memory (long-term knowledge)</a:t>
            </a:r>
          </a:p>
          <a:p>
            <a:r>
              <a:t>- **Output:** `memory_result` (working, episodic, semantic)</a:t>
            </a:r>
          </a:p>
          <a:p/>
          <a:p>
            <a:r>
              <a:t>### 6. Reasoning / Correlation Agent</a:t>
            </a:r>
          </a:p>
          <a:p>
            <a:r>
              <a:t>- **Role:** Pattern recognition and root cause analysis</a:t>
            </a:r>
          </a:p>
          <a:p>
            <a:r>
              <a:t>- **Responsibilities:**</a:t>
            </a:r>
          </a:p>
          <a:p>
            <a:r>
              <a:t>  - Correlate current query with retrieved context</a:t>
            </a:r>
          </a:p>
          <a:p>
            <a:r>
              <a:t>  - Identify patterns from historical incidents</a:t>
            </a:r>
          </a:p>
          <a:p>
            <a:r>
              <a:t>  - Connect dots between intent, knowledge, and memory</a:t>
            </a:r>
          </a:p>
          <a:p>
            <a:r>
              <a:t>- **Output:** `reasoning_result` (analysis, patterns, correlations)</a:t>
            </a:r>
          </a:p>
          <a:p/>
          <a:p>
            <a:r>
              <a:t>### 7. Response Synthesis Agent</a:t>
            </a:r>
          </a:p>
          <a:p>
            <a:r>
              <a:t>- **Role:** Answer generation</a:t>
            </a:r>
          </a:p>
          <a:p>
            <a:r>
              <a:t>- **Responsibilities:**</a:t>
            </a:r>
          </a:p>
          <a:p>
            <a:r>
              <a:t>  - Synthesize reasoning output into coherent response</a:t>
            </a:r>
          </a:p>
          <a:p>
            <a:r>
              <a:t>  - Reference retrieved chunks (enforced citation)</a:t>
            </a:r>
          </a:p>
          <a:p>
            <a:r>
              <a:t>  - Generate actionable recommendations</a:t>
            </a:r>
          </a:p>
          <a:p>
            <a:r>
              <a:t>- **Output:** `draft_response` (final answer with citations)</a:t>
            </a:r>
          </a:p>
          <a:p/>
          <a:p>
            <a:r>
              <a:t>### 8. Guardrails &amp; Policy Agent</a:t>
            </a:r>
          </a:p>
          <a:p>
            <a:r>
              <a:t>- **Role:** Safety and quality assurance</a:t>
            </a:r>
          </a:p>
          <a:p>
            <a:r>
              <a:t>- **Responsibilities:**</a:t>
            </a:r>
          </a:p>
          <a:p>
            <a:r>
              <a:t>  - Run output guardrails (content safety)</a:t>
            </a:r>
          </a:p>
          <a:p>
            <a:r>
              <a:t>  - Validate confidence thresholds</a:t>
            </a:r>
          </a:p>
          <a:p>
            <a:r>
              <a:t>  - Enforce escalation policies</a:t>
            </a:r>
          </a:p>
          <a:p>
            <a:r>
              <a:t>- **Output:** `guardrails_result`, `escalate` flag, `final_response`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8. Guardrails &amp; Policy Agent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First point of contact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Normalize user input (query cleaning)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Run input guardrails (safety check)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Early escalation for harmful content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`normalized_query`, `input_guardrails_result`, `escalate` flag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Strategic coordinator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Analyze normalized query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Determine which agents to invoke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Set execution strategy (serial/parallel)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Planning decision (implicit in graph flow)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Query understanding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Classify user intent (incident, FAQ, configuration)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Assess risk level (low/medium/high)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Determine required capabilities (RAG, memory, escalation)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`intent_result` (intent type, risk, confidence)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Information retrieval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Call retrieval tool (`tools/retrieval.py`)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Fetch top-k relevant chunks from vector store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Return source references for citation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`retrieval_result` (list of chunks with metadata)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Context and history access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Read working memory (session-scoped)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Retrieve episodic memory (past incidents)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Access semantic memory (long-term knowledge)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`memory_result` (working, episodic, semantic)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Pattern recognition and root cause analysis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Correlate current query with retrieved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Identify patterns from historical incidents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Connect dots between intent, knowledge, and memory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`reasoning_result` (analysis, patterns, correlations)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Answer generation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Synthesize reasoning output into coherent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Reference retrieved chunks (enforced citation)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Generate actionable recommendations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`draft_response` (final answer with citations)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Role: Safety and quality assurance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Responsibilities: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Run output guardrails (content safety)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Validate confidence thresholds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Enforce escalation policies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Output: `guardrails_result`, `escalate` flag, `final_response`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System Architecture</a:t>
            </a:r>
          </a:p>
          <a:p/>
          <a:p>
            <a:r>
              <a:t>### Agent Interaction Flow</a:t>
            </a:r>
          </a:p>
          <a:p/>
          <a:p>
            <a:r>
              <a:t>```</a:t>
            </a:r>
          </a:p>
          <a:p>
            <a:r>
              <a:t>START</a:t>
            </a:r>
          </a:p>
          <a:p>
            <a:r>
              <a:t>  ↓</a:t>
            </a:r>
          </a:p>
          <a:p>
            <a:r>
              <a:t>[Ingestion] → Input Guardrails</a:t>
            </a:r>
          </a:p>
          <a:p>
            <a:r>
              <a:t>  ↓</a:t>
            </a:r>
          </a:p>
          <a:p>
            <a:r>
              <a:t>[Planner] → Determines execution strategy</a:t>
            </a:r>
          </a:p>
          <a:p>
            <a:r>
              <a:t>  ↓</a:t>
            </a:r>
          </a:p>
          <a:p>
            <a:r>
              <a:t>┌─────────────────────────────────┐</a:t>
            </a:r>
          </a:p>
          <a:p>
            <a:r>
              <a:t>│  PARALLEL EXECUTION             │</a:t>
            </a:r>
          </a:p>
          <a:p>
            <a:r>
              <a:t>│  ┌──────────┐  ┌──────────┐    │</a:t>
            </a:r>
          </a:p>
          <a:p>
            <a:r>
              <a:t>│  │  Intent  │  │Retrieval │    │</a:t>
            </a:r>
          </a:p>
          <a:p>
            <a:r>
              <a:t>│  └──────────┘  └──────────┘    │</a:t>
            </a:r>
          </a:p>
          <a:p>
            <a:r>
              <a:t>│  ┌──────────┐                  │</a:t>
            </a:r>
          </a:p>
          <a:p>
            <a:r>
              <a:t>│  │  Memory  │                  │</a:t>
            </a:r>
          </a:p>
          <a:p>
            <a:r>
              <a:t>│  └──────────┘                  │</a:t>
            </a:r>
          </a:p>
          <a:p>
            <a:r>
              <a:t>└─────────────────────────────────┘</a:t>
            </a:r>
          </a:p>
          <a:p>
            <a:r>
              <a:t>  ↓ (Fan-in: all complete)</a:t>
            </a:r>
          </a:p>
          <a:p>
            <a:r>
              <a:t>[Reasoning] → Correlation &amp; pattern analysis</a:t>
            </a:r>
          </a:p>
          <a:p>
            <a:r>
              <a:t>  ↓</a:t>
            </a:r>
          </a:p>
          <a:p>
            <a:r>
              <a:t>[Synthesis] → Response generation</a:t>
            </a:r>
          </a:p>
          <a:p>
            <a:r>
              <a:t>  ↓</a:t>
            </a:r>
          </a:p>
          <a:p>
            <a:r>
              <a:t>[Guardrails] → Output safety check</a:t>
            </a:r>
          </a:p>
          <a:p>
            <a:r>
              <a:t>  ↓</a:t>
            </a:r>
          </a:p>
          <a:p>
            <a:r>
              <a:t>┌──────────┐  ┌──────────┐</a:t>
            </a:r>
          </a:p>
          <a:p>
            <a:r>
              <a:t>│ Response │  │ Escalate │</a:t>
            </a:r>
          </a:p>
          <a:p>
            <a:r>
              <a:t>└──────────┘  └──────────┘</a:t>
            </a:r>
          </a:p>
          <a:p>
            <a:r>
              <a:t>  ↓</a:t>
            </a:r>
          </a:p>
          <a:p>
            <a:r>
              <a:t>END</a:t>
            </a:r>
          </a:p>
          <a:p>
            <a:r>
              <a:t>```</a:t>
            </a:r>
          </a:p>
          <a:p/>
          <a:p>
            <a:r>
              <a:t>### Execution Patterns</a:t>
            </a:r>
          </a:p>
          <a:p/>
          <a:p>
            <a:r>
              <a:t>**Serial Execution:**</a:t>
            </a:r>
          </a:p>
          <a:p>
            <a:r>
              <a:t>- Ingestion → Planner → Reasoning → Synthesis → Guardrails</a:t>
            </a:r>
          </a:p>
          <a:p>
            <a:r>
              <a:t>- Each step depends on previous output</a:t>
            </a:r>
          </a:p>
          <a:p/>
          <a:p>
            <a:r>
              <a:t>**Parallel Execution:**</a:t>
            </a:r>
          </a:p>
          <a:p>
            <a:r>
              <a:t>- Intent, Retrieval, Memory run simultaneously after Planner</a:t>
            </a:r>
          </a:p>
          <a:p>
            <a:r>
              <a:t>- All three complete before Reasoning starts</a:t>
            </a:r>
          </a:p>
          <a:p/>
          <a:p>
            <a:r>
              <a:t>**Asynchronous Execution:**</a:t>
            </a:r>
          </a:p>
          <a:p>
            <a:r>
              <a:t>- Memory writes (fire-and-forget)</a:t>
            </a:r>
          </a:p>
          <a:p>
            <a:r>
              <a:t>- Observability events (streamed to UI)</a:t>
            </a:r>
          </a:p>
          <a:p/>
          <a:p>
            <a:r>
              <a:t>### Memory and Observability Flow</a:t>
            </a:r>
          </a:p>
          <a:p/>
          <a:p>
            <a:r>
              <a:t>**Memory Flow:**</a:t>
            </a:r>
          </a:p>
          <a:p>
            <a:r>
              <a:t>- Working memory: Session → SQLite → Retrieved by Memory Agent</a:t>
            </a:r>
          </a:p>
          <a:p>
            <a:r>
              <a:t>- Episodic/Semantic: Persistent → Retrieved by Memory Agent → Used by Reasoning</a:t>
            </a:r>
          </a:p>
          <a:p/>
          <a:p>
            <a:r>
              <a:t>**Observability Flow:**</a:t>
            </a:r>
          </a:p>
          <a:p>
            <a:r>
              <a:t>- Tool calls → Langfuse tracing → WebSocket stream → UI</a:t>
            </a:r>
          </a:p>
          <a:p>
            <a:r>
              <a:t>- Events: `agent_step`, `tool_call`, `escalation`, `done`, `error`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ourier New"/>
              </a:defRPr>
            </a:pPr>
            <a:r>
              <a:t>START</a:t>
            </a:r>
          </a:p>
          <a:p>
            <a:r>
              <a:t>  ↓</a:t>
            </a:r>
          </a:p>
          <a:p>
            <a:r>
              <a:t>[Ingestion] → Input Guardrails</a:t>
            </a:r>
          </a:p>
          <a:p>
            <a:r>
              <a:t>  ↓</a:t>
            </a:r>
          </a:p>
          <a:p>
            <a:r>
              <a:t>[Planner] → Determines execution strategy</a:t>
            </a:r>
          </a:p>
          <a:p>
            <a:r>
              <a:t>  ↓</a:t>
            </a:r>
          </a:p>
          <a:p>
            <a:r>
              <a:t>┌─────────────────────────────────┐</a:t>
            </a:r>
          </a:p>
          <a:p>
            <a:r>
              <a:t>│  PARALLEL EXECUTION             │</a:t>
            </a:r>
          </a:p>
          <a:p>
            <a:r>
              <a:t>│  ┌──────────┐  ┌──────────┐    │</a:t>
            </a:r>
          </a:p>
          <a:p>
            <a:r>
              <a:t>│  │  Intent  │  │Retrieval │    │</a:t>
            </a:r>
          </a:p>
          <a:p>
            <a:r>
              <a:t>│  └──────────┘  └──────────┘    │</a:t>
            </a:r>
          </a:p>
          <a:p>
            <a:r>
              <a:t>│  ┌──────────┐                  │</a:t>
            </a:r>
          </a:p>
          <a:p>
            <a:r>
              <a:t>│  │  Memory  │                  │</a:t>
            </a:r>
          </a:p>
          <a:p>
            <a:r>
              <a:t>│  └──────────┘                  │</a:t>
            </a:r>
          </a:p>
          <a:p>
            <a:r>
              <a:t>└─────────────────────────────────┘</a:t>
            </a:r>
          </a:p>
          <a:p>
            <a:r>
              <a:t>  ↓ (Fan-in: all complete)</a:t>
            </a:r>
          </a:p>
          <a:p>
            <a:r>
              <a:t>[Reasoning] → Correlation &amp; pattern analysis</a:t>
            </a:r>
          </a:p>
          <a:p>
            <a:r>
              <a:t>  ↓</a:t>
            </a:r>
          </a:p>
          <a:p>
            <a:r>
              <a:t>[Synthesis] → Response generation</a:t>
            </a:r>
          </a:p>
          <a:p>
            <a:r>
              <a:t>  ↓</a:t>
            </a:r>
          </a:p>
          <a:p>
            <a:r>
              <a:t>[Guardrails] → Output safety check</a:t>
            </a:r>
          </a:p>
          <a:p>
            <a:r>
              <a:t>  ↓</a:t>
            </a:r>
          </a:p>
          <a:p>
            <a:r>
              <a:t>┌──────────┐  ┌──────────┐</a:t>
            </a:r>
          </a:p>
          <a:p>
            <a:r>
              <a:t>│ Response │  │ Escalate │</a:t>
            </a:r>
          </a:p>
          <a:p>
            <a:r>
              <a:t>└──────────┘  └──────────┘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Sample Scenarios</a:t>
            </a:r>
          </a:p>
          <a:p/>
          <a:p>
            <a:r>
              <a:t>### Scenario 1: Support Incident</a:t>
            </a:r>
          </a:p>
          <a:p/>
          <a:p>
            <a:r>
              <a:t>**Query:** "Payment gateway timeout in production, affecting 5% of transactions"</a:t>
            </a:r>
          </a:p>
          <a:p/>
          <a:p>
            <a:r>
              <a:t>**Flow:**</a:t>
            </a:r>
          </a:p>
          <a:p>
            <a:r>
              <a:t>1. Ingestion: Normalized, safe</a:t>
            </a:r>
          </a:p>
          <a:p>
            <a:r>
              <a:t>2. Planner: Requires RAG + Memory + Reasoning</a:t>
            </a:r>
          </a:p>
          <a:p>
            <a:r>
              <a:t>3. Parallel:</a:t>
            </a:r>
          </a:p>
          <a:p>
            <a:r>
              <a:t>   - Intent: "incident_resolution" (high priority)</a:t>
            </a:r>
          </a:p>
          <a:p>
            <a:r>
              <a:t>   - Retrieval: Payment runbook chunks, error codes</a:t>
            </a:r>
          </a:p>
          <a:p>
            <a:r>
              <a:t>   - Memory: Similar past incidents (episodic)</a:t>
            </a:r>
          </a:p>
          <a:p>
            <a:r>
              <a:t>4. Reasoning: Correlates with historical pattern (last occurred 3 months ago)</a:t>
            </a:r>
          </a:p>
          <a:p>
            <a:r>
              <a:t>5. Synthesis: Step-by-step resolution with diagnostic commands</a:t>
            </a:r>
          </a:p>
          <a:p>
            <a:r>
              <a:t>6. Guardrails: High confidence, safe response</a:t>
            </a:r>
          </a:p>
          <a:p>
            <a:r>
              <a:t>7. **Output:** Actionable solution with source citations</a:t>
            </a:r>
          </a:p>
          <a:p/>
          <a:p>
            <a:r>
              <a:t>### Scenario 2: Historical Error Lookup</a:t>
            </a:r>
          </a:p>
          <a:p/>
          <a:p>
            <a:r>
              <a:t>**Query:** "What was the root cause of the Redis cache issue from last month?"</a:t>
            </a:r>
          </a:p>
          <a:p/>
          <a:p>
            <a:r>
              <a:t>**Flow:**</a:t>
            </a:r>
          </a:p>
          <a:p>
            <a:r>
              <a:t>1. Ingestion: Normalized</a:t>
            </a:r>
          </a:p>
          <a:p>
            <a:r>
              <a:t>2. Planner: Requires Memory (episodic) + Retrieval</a:t>
            </a:r>
          </a:p>
          <a:p>
            <a:r>
              <a:t>3. Parallel:</a:t>
            </a:r>
          </a:p>
          <a:p>
            <a:r>
              <a:t>   - Intent: "historical_lookup"</a:t>
            </a:r>
          </a:p>
          <a:p>
            <a:r>
              <a:t>   - Retrieval: Redis runbook chunks</a:t>
            </a:r>
          </a:p>
          <a:p>
            <a:r>
              <a:t>   - Memory: Episodic memory search (last month's incidents)</a:t>
            </a:r>
          </a:p>
          <a:p>
            <a:r>
              <a:t>4. Reasoning: Matches episodic memory with retrieved context</a:t>
            </a:r>
          </a:p>
          <a:p>
            <a:r>
              <a:t>5. Synthesis: Historical analysis with timeline</a:t>
            </a:r>
          </a:p>
          <a:p>
            <a:r>
              <a:t>6. **Output:** Root cause explanation with references</a:t>
            </a:r>
          </a:p>
          <a:p/>
          <a:p>
            <a:r>
              <a:t>### Scenario 3: Customer Self-Service Query</a:t>
            </a:r>
          </a:p>
          <a:p/>
          <a:p>
            <a:r>
              <a:t>**Query:** "How do I configure OAuth token expiry?"</a:t>
            </a:r>
          </a:p>
          <a:p/>
          <a:p>
            <a:r>
              <a:t>**Flow:**</a:t>
            </a:r>
          </a:p>
          <a:p>
            <a:r>
              <a:t>1. Ingestion: Normalized</a:t>
            </a:r>
          </a:p>
          <a:p>
            <a:r>
              <a:t>2. Planner: Requires RAG (configuration docs)</a:t>
            </a:r>
          </a:p>
          <a:p>
            <a:r>
              <a:t>3. Parallel:</a:t>
            </a:r>
          </a:p>
          <a:p>
            <a:r>
              <a:t>   - Intent: "configuration_query" (low risk)</a:t>
            </a:r>
          </a:p>
          <a:p>
            <a:r>
              <a:t>   - Retrieval: Auth config reference chunks</a:t>
            </a:r>
          </a:p>
          <a:p>
            <a:r>
              <a:t>   - Memory: Working memory (if follow-up)</a:t>
            </a:r>
          </a:p>
          <a:p>
            <a:r>
              <a:t>4. Reasoning: Simple lookup, no correlation needed</a:t>
            </a:r>
          </a:p>
          <a:p>
            <a:r>
              <a:t>5. Synthesis: Configuration steps with examples</a:t>
            </a:r>
          </a:p>
          <a:p>
            <a:r>
              <a:t>6. **Output:** Clear instructions with config parameters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**Query:** "How do I configure OAuth token expiry?" **Flow:**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Ingestion: Normalized, safe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Planner: Requires RAG + Memory + Reasoning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Parallel: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Intent: "incident_resolution" (high priority)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Retrieval: Payment runbook chunks, error codes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Memory: Similar past incidents (episodic)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Reasoning: Correlates with historical pattern (last occurred 3 months ago)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Synthesis: Step-by-step resolution with diagnostic commands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Guardrails: High confidence, safe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7. **Output:** Actionable solution with source citations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Ingestion: Normalized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Planner: Requires Memory (episodic) + Retrieval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Parallel: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Intent: "historical_lookup"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Retrieval: Redis runbook chunks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Memory: Episodic memory search (last month's incidents)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Reasoning: Matches episodic memory with retrieved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Synthesis: Historical analysis with timeline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**Output:** Root cause explanation with references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Ingestion: Normalized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Planner: Requires RAG (configuration docs)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Parallel: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Intent: "configuration_query" (low risk)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Retrieval: Auth config reference chunks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Memory: Working memory (if follow-up)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Reasoning: Simple lookup, no correlation needed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Synthesis: Configuration steps with examples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**Output:** Clear instructions with config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Observability &amp; Explainability</a:t>
            </a:r>
          </a:p>
          <a:p/>
          <a:p>
            <a:r>
              <a:t>### Live Agent Execution</a:t>
            </a:r>
          </a:p>
          <a:p/>
          <a:p>
            <a:r>
              <a:t>**WebSocket Streaming:**</a:t>
            </a:r>
          </a:p>
          <a:p>
            <a:r>
              <a:t>- Real-time events: `agent_step`, `tool_call`, `escalation`, `done`</a:t>
            </a:r>
          </a:p>
          <a:p>
            <a:r>
              <a:t>- UI shows which agent is running, what tools are called</a:t>
            </a:r>
          </a:p>
          <a:p>
            <a:r>
              <a:t>- Full transparency of execution flow</a:t>
            </a:r>
          </a:p>
          <a:p/>
          <a:p>
            <a:r>
              <a:t>**Event Types:**</a:t>
            </a:r>
          </a:p>
          <a:p>
            <a:r>
              <a:t>- `agent_step`: Which agent executed (e.g., "intent", "retrieval")</a:t>
            </a:r>
          </a:p>
          <a:p>
            <a:r>
              <a:t>- `tool_call`: Tool invocation with input/output</a:t>
            </a:r>
          </a:p>
          <a:p>
            <a:r>
              <a:t>- `escalation`: When and why escalation occurred</a:t>
            </a:r>
          </a:p>
          <a:p>
            <a:r>
              <a:t>- `done`: Final response with metadata</a:t>
            </a:r>
          </a:p>
          <a:p/>
          <a:p>
            <a:r>
              <a:t>### Tool Calls</a:t>
            </a:r>
          </a:p>
          <a:p/>
          <a:p>
            <a:r>
              <a:t>**Visible in UI:**</a:t>
            </a:r>
          </a:p>
          <a:p>
            <a:r>
              <a:t>- Tool name (e.g., `retrieval_tool`, `memory_read_tool`)</a:t>
            </a:r>
          </a:p>
          <a:p>
            <a:r>
              <a:t>- Input parameters</a:t>
            </a:r>
          </a:p>
          <a:p>
            <a:r>
              <a:t>- Execution result</a:t>
            </a:r>
          </a:p>
          <a:p>
            <a:r>
              <a:t>- Duration (latency metrics)</a:t>
            </a:r>
          </a:p>
          <a:p/>
          <a:p>
            <a:r>
              <a:t>**Example:**</a:t>
            </a:r>
          </a:p>
          <a:p>
            <a:r>
              <a:t>```json</a:t>
            </a:r>
          </a:p>
          <a:p>
            <a:r>
              <a:t>{</a:t>
            </a:r>
          </a:p>
          <a:p>
            <a:r>
              <a:t>  "type": "tool_call",</a:t>
            </a:r>
          </a:p>
          <a:p>
            <a:r>
              <a:t>  "tool_calls": [{</a:t>
            </a:r>
          </a:p>
          <a:p>
            <a:r>
              <a:t>    "tool_name": "retrieval_tool",</a:t>
            </a:r>
          </a:p>
          <a:p>
            <a:r>
              <a:t>    "input": {"query": "payment gateway timeout"},</a:t>
            </a:r>
          </a:p>
          <a:p>
            <a:r>
              <a:t>    "result": {"chunks": [...], "sources": [...]},</a:t>
            </a:r>
          </a:p>
          <a:p>
            <a:r>
              <a:t>    "duration_ms": 234.5</a:t>
            </a:r>
          </a:p>
          <a:p>
            <a:r>
              <a:t>  }]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### Decision Transparency</a:t>
            </a:r>
          </a:p>
          <a:p/>
          <a:p>
            <a:r>
              <a:t>**Per-Message Explainability:**</a:t>
            </a:r>
          </a:p>
          <a:p>
            <a:r>
              <a:t>- **Intent result:** Why query was classified as "incident_resolution"</a:t>
            </a:r>
          </a:p>
          <a:p>
            <a:r>
              <a:t>- **Guardrails result:** Safety check outcome</a:t>
            </a:r>
          </a:p>
          <a:p>
            <a:r>
              <a:t>- **Evidence snippets:** Retrieved chunks used in response</a:t>
            </a:r>
          </a:p>
          <a:p>
            <a:r>
              <a:t>- **Reason &amp; evidence:** Collapsible section in UI</a:t>
            </a:r>
          </a:p>
          <a:p/>
          <a:p>
            <a:r>
              <a:t>**No Black Box:**</a:t>
            </a:r>
          </a:p>
          <a:p>
            <a:r>
              <a:t>- Every decision is traceable</a:t>
            </a:r>
          </a:p>
          <a:p>
            <a:r>
              <a:t>- Source citations in every response</a:t>
            </a:r>
          </a:p>
          <a:p>
            <a:r>
              <a:t>- Confidence scores visible</a:t>
            </a:r>
          </a:p>
          <a:p>
            <a:r>
              <a:t>- Escalation reasons explained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**No Black Box:**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Real-time events: `agent_step`, `tool_call`, `escalation`, `done`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UI shows which agent is running, what tools are called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Full transparency of execution flow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`agent_step`: Which agent executed (e.g., "intent", "retrieval")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`tool_call`: Tool invocation with input/output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`escalation`: When and why escalation occurred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`done`: Final response with metadata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name (e.g., `retrieval_tool`, `memory_read_tool`)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Input parameters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Execution result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Duration (latency metrics)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Decision Transparency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Intent result: Why query was classified as "incident_resolution"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Guardrails result: Safety check outcome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Evidence snippets: Retrieved chunks used in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Reason &amp; evidence: Collapsible section in UI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Every decision is traceable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Source citations in every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Confidence scores visible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Escalation reasons explained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Expected Hackathon Outcome</a:t>
            </a:r>
          </a:p>
          <a:p/>
          <a:p>
            <a:r>
              <a:t>### What Judges Should Clearly See</a:t>
            </a:r>
          </a:p>
          <a:p/>
          <a:p>
            <a:r>
              <a:t>**1. Production-Ready Architecture**</a:t>
            </a:r>
          </a:p>
          <a:p>
            <a:r>
              <a:t>- Clean separation of concerns (agents, tools, memory, guardrails)</a:t>
            </a:r>
          </a:p>
          <a:p>
            <a:r>
              <a:t>- Scalable design (LangGraph, async execution)</a:t>
            </a:r>
          </a:p>
          <a:p>
            <a:r>
              <a:t>- Comprehensive error handling</a:t>
            </a:r>
          </a:p>
          <a:p/>
          <a:p>
            <a:r>
              <a:t>**2. Collaborative Agent System**</a:t>
            </a:r>
          </a:p>
          <a:p>
            <a:r>
              <a:t>- Multiple specialized agents working together</a:t>
            </a:r>
          </a:p>
          <a:p>
            <a:r>
              <a:t>- Parallel execution for efficiency</a:t>
            </a:r>
          </a:p>
          <a:p>
            <a:r>
              <a:t>- Shared state and context management</a:t>
            </a:r>
          </a:p>
          <a:p/>
          <a:p>
            <a:r>
              <a:t>**3. Safety &amp; Reliability**</a:t>
            </a:r>
          </a:p>
          <a:p>
            <a:r>
              <a:t>- Dual guardrails (input + output)</a:t>
            </a:r>
          </a:p>
          <a:p>
            <a:r>
              <a:t>- Confidence thresholds</a:t>
            </a:r>
          </a:p>
          <a:p>
            <a:r>
              <a:t>- Safe escalation for low-confidence queries</a:t>
            </a:r>
          </a:p>
          <a:p/>
          <a:p>
            <a:r>
              <a:t>**4. Knowledge Grounding**</a:t>
            </a:r>
          </a:p>
          <a:p>
            <a:r>
              <a:t>- RAG with clear retrieval → reasoning → generation separation</a:t>
            </a:r>
          </a:p>
          <a:p>
            <a:r>
              <a:t>- Source citations in every response</a:t>
            </a:r>
          </a:p>
          <a:p>
            <a:r>
              <a:t>- No hallucination (enforced by design)</a:t>
            </a:r>
          </a:p>
          <a:p/>
          <a:p>
            <a:r>
              <a:t>**5. Memory &amp; Context**</a:t>
            </a:r>
          </a:p>
          <a:p>
            <a:r>
              <a:t>- Three memory types (working, episodic, semantic)</a:t>
            </a:r>
          </a:p>
          <a:p>
            <a:r>
              <a:t>- Persistent across sessions</a:t>
            </a:r>
          </a:p>
          <a:p>
            <a:r>
              <a:t>- Influences future decisions</a:t>
            </a:r>
          </a:p>
          <a:p/>
          <a:p>
            <a:r>
              <a:t>**6. Observability**</a:t>
            </a:r>
          </a:p>
          <a:p>
            <a:r>
              <a:t>- Live execution streaming</a:t>
            </a:r>
          </a:p>
          <a:p>
            <a:r>
              <a:t>- Tool call visibility</a:t>
            </a:r>
          </a:p>
          <a:p>
            <a:r>
              <a:t>- Full explainability</a:t>
            </a:r>
          </a:p>
          <a:p/>
          <a:p>
            <a:r>
              <a:t>### Why This Solution is Production-Ready</a:t>
            </a:r>
          </a:p>
          <a:p/>
          <a:p>
            <a:r>
              <a:t>✅ **Modular Design:** Each agent is independently testable  </a:t>
            </a:r>
          </a:p>
          <a:p>
            <a:r>
              <a:t>✅ **Config-Driven:** Environment variables, no hardcoded values  </a:t>
            </a:r>
          </a:p>
          <a:p>
            <a:r>
              <a:t>✅ **Observable:** Full tracing and streaming  </a:t>
            </a:r>
          </a:p>
          <a:p>
            <a:r>
              <a:t>✅ **Safe:** Guardrails at multiple stages  </a:t>
            </a:r>
          </a:p>
          <a:p>
            <a:r>
              <a:t>✅ **Scalable:** Parallel execution, efficient chunking  </a:t>
            </a:r>
          </a:p>
          <a:p>
            <a:r>
              <a:t>✅ **Maintainable:** Clear code structure, comprehensive tests  </a:t>
            </a:r>
          </a:p>
          <a:p>
            <a:r>
              <a:t>✅ **Documented:** README, design docs, inline comments  </a:t>
            </a:r>
          </a:p>
          <a:p/>
          <a:p>
            <a:r>
              <a:t>**Ready for deployment in production support environments.**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✅ **Modular Design:** Each agent is independently testable ✅ **Config-Driven:** Environment variables, no hardcoded values ✅ **Observable:** Full tracing and streaming ✅ **Safe:** Guardrails at multiple stages ✅ **Scalable:** Parallel execution, efficient chunking ✅ **Maintainable:** Clear code structure, comprehensive tests ✅ **Documented:** README, design docs, inline comments **Ready for deployment in production support environments.**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Clean separation of concerns (agents, tools, memory, guardrails)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Scalable design (LangGraph, async execution)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Comprehensive error handling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Multiple specialized agents working together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Parallel execution for efficiency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Shared state and context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Dual guardrails (input + output)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Confidence thresholds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Safe escalation for low-confidence queries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RAG with clear retrieval → reasoning → generation separation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Source citations in every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No hallucination (enforced by design)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Three memory types (working, episodic, semantic)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Persistent across sessions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Influences future decisions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Live execution streaming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call visibility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Full explainability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Conclusion / Closing Slide</a:t>
            </a:r>
          </a:p>
          <a:p/>
          <a:p>
            <a:r>
              <a:t>### Key Takeaways</a:t>
            </a:r>
          </a:p>
          <a:p/>
          <a:p>
            <a:r>
              <a:t>1. **Collaborative Multi-Agent System**</a:t>
            </a:r>
          </a:p>
          <a:p>
            <a:r>
              <a:t>   - 8 specialized agents working together</a:t>
            </a:r>
          </a:p>
          <a:p>
            <a:r>
              <a:t>   - Parallel execution for efficiency</a:t>
            </a:r>
          </a:p>
          <a:p>
            <a:r>
              <a:t>   - Shared state and context</a:t>
            </a:r>
          </a:p>
          <a:p/>
          <a:p>
            <a:r>
              <a:t>2. **Production-Grade Capabilities**</a:t>
            </a:r>
          </a:p>
          <a:p>
            <a:r>
              <a:t>   - RAG with clear separation (retrieval → reasoning → generation)</a:t>
            </a:r>
          </a:p>
          <a:p>
            <a:r>
              <a:t>   - Three memory types with persistence</a:t>
            </a:r>
          </a:p>
          <a:p>
            <a:r>
              <a:t>   - Dual guardrails for safety</a:t>
            </a:r>
          </a:p>
          <a:p/>
          <a:p>
            <a:r>
              <a:t>3. **Full Observability**</a:t>
            </a:r>
          </a:p>
          <a:p>
            <a:r>
              <a:t>   - Live execution streaming</a:t>
            </a:r>
          </a:p>
          <a:p>
            <a:r>
              <a:t>   - Tool call transparency</a:t>
            </a:r>
          </a:p>
          <a:p>
            <a:r>
              <a:t>   - Decision explainability</a:t>
            </a:r>
          </a:p>
          <a:p/>
          <a:p>
            <a:r>
              <a:t>4. **Real-World Impact**</a:t>
            </a:r>
          </a:p>
          <a:p>
            <a:r>
              <a:t>   - Faster resolution (60-80% reduction)</a:t>
            </a:r>
          </a:p>
          <a:p>
            <a:r>
              <a:t>   - Consistent quality (knowledge-grounded)</a:t>
            </a:r>
          </a:p>
          <a:p>
            <a:r>
              <a:t>   - Safe escalation (confidence-based)</a:t>
            </a:r>
          </a:p>
          <a:p/>
          <a:p>
            <a:r>
              <a:t>### Why This System Stands Out</a:t>
            </a:r>
          </a:p>
          <a:p/>
          <a:p>
            <a:r>
              <a:t>**Beyond Single-Agent Chatbots:**</a:t>
            </a:r>
          </a:p>
          <a:p>
            <a:r>
              <a:t>- True collaboration between specialized agents</a:t>
            </a:r>
          </a:p>
          <a:p>
            <a:r>
              <a:t>- Parallel execution for speed</a:t>
            </a:r>
          </a:p>
          <a:p>
            <a:r>
              <a:t>- Memory persistence for context</a:t>
            </a:r>
          </a:p>
          <a:p/>
          <a:p>
            <a:r>
              <a:t>**Beyond Traditional RAG:**</a:t>
            </a:r>
          </a:p>
          <a:p>
            <a:r>
              <a:t>- Clear separation of retrieval, reasoning, generation</a:t>
            </a:r>
          </a:p>
          <a:p>
            <a:r>
              <a:t>- Correlation with historical incidents</a:t>
            </a:r>
          </a:p>
          <a:p>
            <a:r>
              <a:t>- Source citations enforced</a:t>
            </a:r>
          </a:p>
          <a:p/>
          <a:p>
            <a:r>
              <a:t>**Beyond Basic Safety:**</a:t>
            </a:r>
          </a:p>
          <a:p>
            <a:r>
              <a:t>- Dual guardrails (input + output)</a:t>
            </a:r>
          </a:p>
          <a:p>
            <a:r>
              <a:t>- Confidence thresholds</a:t>
            </a:r>
          </a:p>
          <a:p>
            <a:r>
              <a:t>- Escalation policies</a:t>
            </a:r>
          </a:p>
          <a:p/>
          <a:p>
            <a:r>
              <a:t>**Beyond Black-Box AI:**</a:t>
            </a:r>
          </a:p>
          <a:p>
            <a:r>
              <a:t>- Full observability</a:t>
            </a:r>
          </a:p>
          <a:p>
            <a:r>
              <a:t>- Tool call transparency</a:t>
            </a:r>
          </a:p>
          <a:p>
            <a:r>
              <a:t>- Decision explainability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**Beyond Black-Box AI:**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**Collaborative Multi-Agent System**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8 specialized agents working together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Parallel execution for efficiency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Shared state and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**Production-Grade Capabilities**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RAG with clear separation (retrieval → reasoning → generation)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Three memory types with persistence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Dual guardrails for safety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**Full Observability**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Live execution streaming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call transparency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Decision explainability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**Real-World Impact**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Faster resolution (60-80% reduction)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Consistent quality (knowledge-grounded)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Safe escalation (confidence-based)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True collaboration between specialized agents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Parallel execution for speed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 persistence for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Clear separation of retrieval, reasoning, generation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Correlation with historical incidents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Source citations enforced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Dual guardrails (input + output)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Confidence thresholds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Escalation policies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Full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call transparency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Decision explainability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Technical Stack</a:t>
            </a:r>
          </a:p>
          <a:p/>
          <a:p>
            <a:r>
              <a:t>### Core Technologies</a:t>
            </a:r>
          </a:p>
          <a:p/>
          <a:p>
            <a:r>
              <a:t>- **LangGraph:** Agent orchestration and graph execution</a:t>
            </a:r>
          </a:p>
          <a:p>
            <a:r>
              <a:t>- **FastAPI:** REST API and WebSocket streaming</a:t>
            </a:r>
          </a:p>
          <a:p>
            <a:r>
              <a:t>- **Chroma:** Vector store for RAG</a:t>
            </a:r>
          </a:p>
          <a:p>
            <a:r>
              <a:t>- **SQLite:** Memory persistence</a:t>
            </a:r>
          </a:p>
          <a:p>
            <a:r>
              <a:t>- **React + TypeScript:** Modern UI with live streaming</a:t>
            </a:r>
          </a:p>
          <a:p>
            <a:r>
              <a:t>- **OpenAI API:** LLM and moderation</a:t>
            </a:r>
          </a:p>
          <a:p/>
          <a:p>
            <a:r>
              <a:t>### Architecture Highlights</a:t>
            </a:r>
          </a:p>
          <a:p/>
          <a:p>
            <a:r>
              <a:t>- **TypedDict State:** Type-safe state management</a:t>
            </a:r>
          </a:p>
          <a:p>
            <a:r>
              <a:t>- **Tool-Based Design:** Agents invoke tools (retrieval, memory, policy)</a:t>
            </a:r>
          </a:p>
          <a:p>
            <a:r>
              <a:t>- **WebSocket Streaming:** Real-time observability</a:t>
            </a:r>
          </a:p>
          <a:p>
            <a:r>
              <a:t>- **Docker Compose:** One-command deployment</a:t>
            </a:r>
          </a:p>
          <a:p>
            <a:r>
              <a:t>- **Environment Config:** No hardcoded secrets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Architecture Highlights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LangGraph: Agent orchestration and graph execution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FastAPI: REST API and WebSocket streaming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Chroma: Vector store for RAG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SQLite: Memory persistence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React + TypeScript: Modern UI with live streaming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OpenAI API: LLM and moderation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TypedDict State: Type-safe state management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Tool-Based Design: Agents invoke tools (retrieval, memory, policy)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WebSocket Streaming: Real-time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Docker Compose: One-command deployment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Environment Config: No hardcoded secrets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Demo Flow</a:t>
            </a:r>
          </a:p>
          <a:p/>
          <a:p>
            <a:r>
              <a:t>### Live Demonstration</a:t>
            </a:r>
          </a:p>
          <a:p/>
          <a:p>
            <a:r>
              <a:t>1. **Start System:** `docker-compose up`</a:t>
            </a:r>
          </a:p>
          <a:p>
            <a:r>
              <a:t>2. **Open UI:** http://localhost</a:t>
            </a:r>
          </a:p>
          <a:p>
            <a:r>
              <a:t>3. **Send Query:** "Payment gateway timeout in production"</a:t>
            </a:r>
          </a:p>
          <a:p>
            <a:r>
              <a:t>4. **Observe:**</a:t>
            </a:r>
          </a:p>
          <a:p>
            <a:r>
              <a:t>   - Agent steps in real-time</a:t>
            </a:r>
          </a:p>
          <a:p>
            <a:r>
              <a:t>   - Tool calls with inputs/outputs</a:t>
            </a:r>
          </a:p>
          <a:p>
            <a:r>
              <a:t>   - Retrieved chunks and sources</a:t>
            </a:r>
          </a:p>
          <a:p>
            <a:r>
              <a:t>   - Memory access (working/episodic)</a:t>
            </a:r>
          </a:p>
          <a:p>
            <a:r>
              <a:t>   - Reasoning correlation</a:t>
            </a:r>
          </a:p>
          <a:p>
            <a:r>
              <a:t>   - Final response with citations</a:t>
            </a:r>
          </a:p>
          <a:p>
            <a:r>
              <a:t>5. **Explainability:** Expand "Reason &amp; evidence" section</a:t>
            </a:r>
          </a:p>
          <a:p>
            <a:r>
              <a:t>6. **Metrics:** View latency, tool call count, escalation status</a:t>
            </a:r>
          </a:p>
          <a:p/>
          <a:p>
            <a:r>
              <a:t>**Full transparency of collaborative agent execution.**</a:t>
            </a:r>
          </a:p>
          <a:p/>
          <a:p>
            <a:r>
              <a:t>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**Full transparency of collaborative agent execution.**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1. **Start System:** `docker-compose up`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2. **Open UI:** http://localhost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3. **Send Query:** "Payment gateway timeout in production"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4. **Observe:**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Agent steps in real-time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Tool calls with inputs/outputs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Retrieved chunks and sources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Memory access (working/episodic)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Reasoning correlation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Final response with citations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5. **Explainability:** Expand "Reason &amp; evidence" section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6. **Metrics:** View latency, tool call count, escalation status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90E2"/>
                </a:solidFill>
              </a:defRPr>
            </a:pPr>
            <a:r>
              <a:t>Q&amp;A</a:t>
            </a:r>
          </a:p>
          <a:p/>
          <a:p>
            <a:r>
              <a:t>### Questions?</a:t>
            </a:r>
          </a:p>
          <a:p/>
          <a:p>
            <a:r>
              <a:t>**Contact:**</a:t>
            </a:r>
          </a:p>
          <a:p>
            <a:r>
              <a:t>- Repository: [GitHub URL]</a:t>
            </a:r>
          </a:p>
          <a:p>
            <a:r>
              <a:t>- Documentation: `README.md`, `AGENTS_DESIGN.md`</a:t>
            </a:r>
          </a:p>
          <a:p>
            <a:r>
              <a:t>- API Docs: http://localhost:8000/docs</a:t>
            </a:r>
          </a:p>
          <a:p/>
          <a:p>
            <a:r>
              <a:t>**Thank you for your attention!**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0000"/>
                </a:solidFill>
              </a:defRPr>
            </a:pPr>
            <a:r>
              <a:t>**Thank you for your attention!**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Repository: [GitHub URL]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Documentation: `README.md`, `AGENTS_DESIGN.md`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• API Docs: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