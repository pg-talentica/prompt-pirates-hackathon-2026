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Support &amp; Incident Co-Pilot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Collaborative Agentic AI for Intelligent Support &amp; Incident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volume overload across domains</a:t>
            </a:r>
          </a:p>
          <a:p>
            <a:pPr lvl="1"/>
            <a:r>
              <a:t>Knowledge fragmented across documents</a:t>
            </a:r>
          </a:p>
          <a:p>
            <a:pPr lvl="1"/>
            <a:r>
              <a:t>Context loss and repeated incident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Need a collaborative multi-agent system</a:t>
            </a:r>
          </a:p>
          <a:p>
            <a:pPr lvl="1"/>
            <a:r>
              <a:t>Parallel reasoning and memory usage</a:t>
            </a:r>
          </a:p>
          <a:p>
            <a:pPr lvl="1"/>
            <a:r>
              <a:t>Built-in safety and explainability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LangGraph-based agent orchestration</a:t>
            </a:r>
          </a:p>
          <a:p>
            <a:pPr lvl="1"/>
            <a:r>
              <a:t>Specialized agents with shared state</a:t>
            </a:r>
          </a:p>
          <a:p>
            <a:pPr lvl="1"/>
            <a:r>
              <a:t>RAG + Memory + Guardrails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103120" cy="731520"/>
          </a:xfrm>
          <a:prstGeom prst="roundRect">
            <a:avLst/>
          </a:prstGeom>
          <a:solidFill>
            <a:srgbClr val="4A90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User 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103120" cy="731520"/>
          </a:xfrm>
          <a:prstGeom prst="roundRect">
            <a:avLst/>
          </a:prstGeom>
          <a:solidFill>
            <a:srgbClr val="4A90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2103120" cy="731520"/>
          </a:xfrm>
          <a:prstGeom prst="roundRect">
            <a:avLst/>
          </a:prstGeom>
          <a:solidFill>
            <a:srgbClr val="4A90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Planner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114800"/>
            <a:ext cx="2103120" cy="731520"/>
          </a:xfrm>
          <a:prstGeom prst="roundRect">
            <a:avLst/>
          </a:prstGeom>
          <a:solidFill>
            <a:srgbClr val="F5A6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4114800"/>
            <a:ext cx="2103120" cy="731520"/>
          </a:xfrm>
          <a:prstGeom prst="roundRect">
            <a:avLst/>
          </a:prstGeom>
          <a:solidFill>
            <a:srgbClr val="F5A6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4114800"/>
            <a:ext cx="2103120" cy="731520"/>
          </a:xfrm>
          <a:prstGeom prst="roundRect">
            <a:avLst/>
          </a:prstGeom>
          <a:solidFill>
            <a:srgbClr val="F5A6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5212080"/>
            <a:ext cx="2103120" cy="731520"/>
          </a:xfrm>
          <a:prstGeom prst="roundRect">
            <a:avLst/>
          </a:prstGeom>
          <a:solidFill>
            <a:srgbClr val="4A90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6126480"/>
            <a:ext cx="2103120" cy="731520"/>
          </a:xfrm>
          <a:prstGeom prst="roundRect">
            <a:avLst/>
          </a:prstGeom>
          <a:solidFill>
            <a:srgbClr val="4A90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Synthesis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7040880"/>
            <a:ext cx="2103120" cy="731520"/>
          </a:xfrm>
          <a:prstGeom prst="roundRect">
            <a:avLst/>
          </a:prstGeom>
          <a:solidFill>
            <a:srgbClr val="D0021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Guardrails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7955280"/>
            <a:ext cx="2103120" cy="731520"/>
          </a:xfrm>
          <a:prstGeom prst="roundRect">
            <a:avLst/>
          </a:prstGeom>
          <a:solidFill>
            <a:srgbClr val="4A90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Response / Escalation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Ingestion &amp; Planner</a:t>
            </a:r>
          </a:p>
          <a:p>
            <a:pPr lvl="1"/>
            <a:r>
              <a:t>Intent, Retrieval, Memory (parallel)</a:t>
            </a:r>
          </a:p>
          <a:p>
            <a:pPr lvl="1"/>
            <a:r>
              <a:t>Reasoning, Synthesis, Guardrails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 Separation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914400"/>
          </a:xfrm>
          <a:prstGeom prst="rect">
            <a:avLst/>
          </a:prstGeom>
          <a:solidFill>
            <a:srgbClr val="4A90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Retrieval</a:t>
            </a:r>
          </a:p>
          <a:p>
            <a:r>
              <a:t>(NO generation)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2743200" cy="914400"/>
          </a:xfrm>
          <a:prstGeom prst="rect">
            <a:avLst/>
          </a:prstGeom>
          <a:solidFill>
            <a:srgbClr val="7ED32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Reasoning</a:t>
            </a:r>
          </a:p>
          <a:p>
            <a:r>
              <a:t>(NO retrieval)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2743200" cy="914400"/>
          </a:xfrm>
          <a:prstGeom prst="rect">
            <a:avLst/>
          </a:prstGeom>
          <a:solidFill>
            <a:srgbClr val="9013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Generation</a:t>
            </a:r>
          </a:p>
          <a:p>
            <a:r>
              <a:t>(Citations required)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memory (session scoped)</a:t>
            </a:r>
          </a:p>
          <a:p>
            <a:pPr lvl="1"/>
            <a:r>
              <a:t>Episodic memory (past incidents)</a:t>
            </a:r>
          </a:p>
          <a:p>
            <a:pPr lvl="1"/>
            <a:r>
              <a:t>Semantic memory (docs &amp; runbooks)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&amp;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agent execution streaming</a:t>
            </a:r>
          </a:p>
          <a:p>
            <a:pPr lvl="1"/>
            <a:r>
              <a:t>Tool call visibility</a:t>
            </a:r>
          </a:p>
          <a:p>
            <a:pPr lvl="1"/>
            <a:r>
              <a:t>Decision transparency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incident resolution</a:t>
            </a:r>
          </a:p>
          <a:p>
            <a:pPr lvl="1"/>
            <a:r>
              <a:t>Knowledge-grounded responses</a:t>
            </a:r>
          </a:p>
          <a:p>
            <a:pPr lvl="1"/>
            <a:r>
              <a:t>Production-ready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True collaborative agent system</a:t>
            </a:r>
          </a:p>
          <a:p>
            <a:pPr lvl="1"/>
            <a:r>
              <a:t>Safe, observable, and scalable</a:t>
            </a:r>
          </a:p>
          <a:p>
            <a:pPr lvl="1"/>
            <a:r>
              <a:t>Ready for real-world support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