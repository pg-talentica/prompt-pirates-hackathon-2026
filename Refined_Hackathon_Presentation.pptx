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Support &amp; Incident Co-Pilot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Collaborative Agentic AI for Intelligent Support</a:t>
            </a:r>
          </a:p>
          <a:p>
            <a:r>
              <a:t>Prompt Pirates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volume of support tickets across domains</a:t>
            </a:r>
          </a:p>
          <a:p>
            <a:pPr/>
            <a:r>
              <a:t>Knowledge fragmented across documents and tools</a:t>
            </a:r>
          </a:p>
          <a:p>
            <a:pPr/>
            <a:r>
              <a:t>Repeated incidents due to lack of historical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Traditional Chatbots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Single-agent, linear workflows</a:t>
            </a:r>
          </a:p>
          <a:p>
            <a:pPr/>
            <a:r>
              <a:t>No memory or learning across interactions</a:t>
            </a:r>
          </a:p>
          <a:p>
            <a:pPr/>
            <a:r>
              <a:t>No explainability or safety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Build a collaborative multi-agent AI system</a:t>
            </a:r>
          </a:p>
          <a:p>
            <a:pPr/>
            <a:r>
              <a:t>Agents specialize, coordinate, and explain decisions</a:t>
            </a:r>
          </a:p>
          <a:p>
            <a:pPr/>
            <a:r>
              <a:t>System escalates safely when confidence is 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LangGraph-based collaborative agent system</a:t>
            </a:r>
          </a:p>
          <a:p>
            <a:pPr/>
            <a:r>
              <a:t>Behaves like a small support team</a:t>
            </a:r>
          </a:p>
          <a:p>
            <a:pPr/>
            <a:r>
              <a:t>Parallel + serial + async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Agent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Ingestion, Planner, Intent, Retrieval (RAG)</a:t>
            </a:r>
          </a:p>
          <a:p>
            <a:pPr/>
            <a:r>
              <a:t>Memory, Reasoning, Response Synthesis</a:t>
            </a:r>
          </a:p>
          <a:p>
            <a:pPr/>
            <a:r>
              <a:t>Guardrails &amp; Policy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RAG with strict retrieval → reasoning → generation separation</a:t>
            </a:r>
          </a:p>
          <a:p>
            <a:pPr/>
            <a:r>
              <a:t>Chunking with overlap for semantic continuity</a:t>
            </a:r>
          </a:p>
          <a:p>
            <a:pPr/>
            <a:r>
              <a:t>Working, Episodic, and Semantic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 and output content moderation</a:t>
            </a:r>
          </a:p>
          <a:p>
            <a:pPr/>
            <a:r>
              <a:t>Confidence thresholds and escalation</a:t>
            </a:r>
          </a:p>
          <a:p>
            <a:pPr/>
            <a:r>
              <a:t>No hallucinations or unsafe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Live agent execution streaming</a:t>
            </a:r>
          </a:p>
          <a:p>
            <a:pPr/>
            <a:r>
              <a:t>Tool calls and reasoning transparency</a:t>
            </a:r>
          </a:p>
          <a:p>
            <a:pPr/>
            <a:r>
              <a:t>Explainable decisions for every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60–80% faster incident resolution</a:t>
            </a:r>
          </a:p>
          <a:p>
            <a:pPr/>
            <a:r>
              <a:t>Consistent, knowledge-grounded responses</a:t>
            </a:r>
          </a:p>
          <a:p>
            <a:pPr/>
            <a:r>
              <a:t>Production-ready agentic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Beyond chatbots: true collaborative AI</a:t>
            </a:r>
          </a:p>
          <a:p>
            <a:pPr/>
            <a:r>
              <a:t>Safe, explainable, and memory-driven</a:t>
            </a:r>
          </a:p>
          <a:p>
            <a:pPr/>
            <a:r>
              <a:t>Built for real-world support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